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d1323df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d1323df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d1323df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d1323df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d1323df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d1323df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d1323df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d1323df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d1323dfb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d1323dfb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d1323dfb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d1323dfb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d1323dfb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d1323dfb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d1323dfb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d1323dfb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d1323dfb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d1323dfb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d1323dfb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d1323dfb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d1323dfb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d1323dfb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d1323dfb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d1323dfb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selection and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Selection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portfolio management - map project information with business goals, selecting, prioritizing and monitoring projects result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department/organization face </a:t>
            </a:r>
            <a:r>
              <a:rPr lang="en"/>
              <a:t>challenges</a:t>
            </a:r>
            <a:r>
              <a:rPr lang="en"/>
              <a:t> all the time.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on Investment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 management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SAD Figure 2-1 Page 48.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 pg. 50 - Concepts in Action 2-D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important factor that affect the final decision?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(Interactive Board)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Plan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Methodology options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Waterfall development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Parallel development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V-Model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RAD tools (e.g. Oracle APEX, MS-Access) → </a:t>
            </a:r>
            <a:r>
              <a:rPr lang="en"/>
              <a:t>obsoleted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Iterative development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prototype &amp; Throwaway </a:t>
            </a:r>
            <a:r>
              <a:rPr lang="en"/>
              <a:t>prototype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Agile development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Extreme programming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Methodology options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lang="en">
                <a:solidFill>
                  <a:srgbClr val="1155CC"/>
                </a:solidFill>
              </a:rPr>
              <a:t>Waterfall development</a:t>
            </a:r>
            <a:endParaRPr>
              <a:solidFill>
                <a:srgbClr val="1155CC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Parallel development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V-Model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RAD tools (e.g. Oracle APEX, MS-Access) → obsoloted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Iterative development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prototype &amp; Throwaway prototype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lang="en">
                <a:solidFill>
                  <a:srgbClr val="1155CC"/>
                </a:solidFill>
              </a:rPr>
              <a:t>Agile development</a:t>
            </a:r>
            <a:endParaRPr>
              <a:solidFill>
                <a:srgbClr val="1155CC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Extreme programming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(SAD) Figure 2-9 Page. 59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the Appropriate Development </a:t>
            </a:r>
            <a:r>
              <a:rPr lang="en"/>
              <a:t>Methodology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56050" y="1137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Clarity of user requirements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Familiarity with technology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complexity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reliability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time schedules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 visibility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Project timeframe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plan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(SAD) Figure 2-12 Page 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In-class workshop (PERT diagram)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Course prerequisites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Staffing the project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(SAD) Figure 2-13 Page 66-67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(SAD) Figure 2-16 Page 70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Handling conflict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activities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tools (obsoleted)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Standard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(SAD) Figure 2-18 Page 73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Documentation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and controlling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Refining e</a:t>
            </a:r>
            <a:r>
              <a:rPr lang="en"/>
              <a:t>stimates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Prediction is always wrong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scope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Scope creep - the more you do, the more you 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Timeboxing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risk (Risk assessment)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Potential</a:t>
            </a:r>
            <a:r>
              <a:rPr lang="en"/>
              <a:t> impact(s)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Prevention and/or correction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In-class workshop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Recipe is given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long (short) does it take to finish the dish? (Save it for later)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