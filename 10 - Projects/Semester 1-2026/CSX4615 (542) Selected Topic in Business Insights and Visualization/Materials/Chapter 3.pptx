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ad16610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ad16610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ad166104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ad166104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ad166104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ad166104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ad166104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ad166104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ad166104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ad166104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ad166104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ad166104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ad166104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ad166104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Determination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analysis phase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Steps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 “as-is system”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 requirements for “to-be system”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You can “</a:t>
            </a:r>
            <a:r>
              <a:rPr i="1" lang="en"/>
              <a:t>keep</a:t>
            </a:r>
            <a:r>
              <a:rPr lang="en"/>
              <a:t>” or “</a:t>
            </a:r>
            <a:r>
              <a:rPr i="1" lang="en"/>
              <a:t>discard</a:t>
            </a:r>
            <a:r>
              <a:rPr lang="en"/>
              <a:t>” the </a:t>
            </a:r>
            <a:r>
              <a:rPr lang="en"/>
              <a:t>existing</a:t>
            </a:r>
            <a:r>
              <a:rPr lang="en"/>
              <a:t> system features.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requirement?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system has a purpose. “System request” stated the business need(s). However, it is impossible to achieve the </a:t>
            </a:r>
            <a:r>
              <a:rPr lang="en">
                <a:solidFill>
                  <a:srgbClr val="CC4125"/>
                </a:solidFill>
              </a:rPr>
              <a:t>big goal</a:t>
            </a:r>
            <a:r>
              <a:rPr lang="en"/>
              <a:t> </a:t>
            </a:r>
            <a:r>
              <a:rPr lang="en"/>
              <a:t>without</a:t>
            </a:r>
            <a:r>
              <a:rPr lang="en"/>
              <a:t> </a:t>
            </a:r>
            <a:r>
              <a:rPr lang="en"/>
              <a:t>achieving</a:t>
            </a:r>
            <a:r>
              <a:rPr lang="en"/>
              <a:t> the </a:t>
            </a:r>
            <a:r>
              <a:rPr lang="en">
                <a:solidFill>
                  <a:srgbClr val="CC4125"/>
                </a:solidFill>
              </a:rPr>
              <a:t>smaller goals</a:t>
            </a:r>
            <a:r>
              <a:rPr lang="en"/>
              <a:t>. Therefore, to describe all the tasks for the smaller goals. We need “requirement(s)”.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Business requirements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User requirements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Functional requirements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Non-functional requirements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System requirements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determination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(SAD) Page. 104 - 109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Figure 3-1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Figure 3-2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definition statements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and precise (business terminologies)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Figure 3-3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elicitation techniques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TLDR; How to get the </a:t>
            </a:r>
            <a:r>
              <a:rPr lang="en">
                <a:solidFill>
                  <a:srgbClr val="A61C00"/>
                </a:solidFill>
              </a:rPr>
              <a:t>realistic </a:t>
            </a:r>
            <a:r>
              <a:rPr lang="en"/>
              <a:t>requirements from the existing/proposed system.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Interviews - JAD (meeting), </a:t>
            </a:r>
            <a:r>
              <a:rPr lang="en"/>
              <a:t>Questionnaire, Participants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 analysis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Observation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(SAD) </a:t>
            </a:r>
            <a:r>
              <a:rPr lang="en"/>
              <a:t>Page. 111 - 128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Figure 3-5, 3-6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** Practice 3-1 Page 118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appropriate techniques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 of information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Depth of information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Breadth of information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Integration of Information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involvement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(SAD) Page.128 - 130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 strategies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Problem analysis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Root cause analysis **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Duration analysis, Activity-based costing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Informal benchmarking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Outcome analysis, </a:t>
            </a:r>
            <a:r>
              <a:rPr lang="en"/>
              <a:t>Technology</a:t>
            </a:r>
            <a:r>
              <a:rPr lang="en"/>
              <a:t> analysis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Activity Elimination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Figure 3-12 Root cause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(SAD) Page. 130 - 136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