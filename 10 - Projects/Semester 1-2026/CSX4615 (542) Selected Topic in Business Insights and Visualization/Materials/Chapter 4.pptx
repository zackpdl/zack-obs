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9b07458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9b07458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9b07458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9b07458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4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Elements of use case (Long version)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Information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Preconditions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Normal course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Alternative courses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Post-condition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Exception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Summary and issues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(SAD) Figure 4-1 Page. 151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cases and the functional requirements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case and testing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(SAD) Figure 4-5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Page 156 - 163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