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03243e5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03243e5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03243e5b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03243e5b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03243e5b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03243e5b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Chapter 7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Moving to Design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Transition from requirements to design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Figure 7-1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Alternative matrix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Architecture design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Interface Design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Data Storage and CRUD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⇒ System specification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Page. 260 - 261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Acquisition Strategy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making decision - study “Practical Tip 7-1” page 263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Custom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Package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Outsourcing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Page 264 - 269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Influences on the </a:t>
            </a:r>
            <a:r>
              <a:rPr lang="en"/>
              <a:t>acquisition</a:t>
            </a:r>
            <a:r>
              <a:rPr lang="en"/>
              <a:t> strategy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Figure 7-4 Page 270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** Skipped - Alternative matrix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