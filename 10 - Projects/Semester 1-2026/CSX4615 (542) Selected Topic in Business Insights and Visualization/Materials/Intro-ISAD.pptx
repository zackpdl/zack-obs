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1a5250f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1a5250f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1115b06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01115b06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11a5250f7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11a5250f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11a5250f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11a5250f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11a5250f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11a5250f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11a5250f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11a5250f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0101723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0101723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0101723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0101723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01017239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01017239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01115b0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01115b0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01115b06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01115b0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01017239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0101723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01017239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01017239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gettyimages.com/photos/programming-code-peop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System Analysis and Design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645800"/>
            <a:ext cx="8520600" cy="12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Dhirachat Ch.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Information System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Enterprise Application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Object-Oriented concepts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2017050"/>
            <a:ext cx="8520600" cy="11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/>
              <a:t>2009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Myth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is “almost” everything in software development.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Pop-culture and meme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https://www.gettyimages.com/photos/programming-code-people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34250"/>
            <a:ext cx="8520600" cy="33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Fact: Two third of the software project resources go to </a:t>
            </a:r>
            <a:r>
              <a:rPr b="1" lang="en"/>
              <a:t>Maintenance</a:t>
            </a:r>
            <a:r>
              <a:rPr lang="en"/>
              <a:t>. If we </a:t>
            </a:r>
            <a:r>
              <a:rPr b="1" lang="en"/>
              <a:t>exclude </a:t>
            </a:r>
            <a:r>
              <a:rPr lang="en"/>
              <a:t>maintenance, Coding is only 10-20% of the development.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See SDLC on (SAD) page 11 Figure 1-2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SDLC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development life cycle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school includes Testing and Maintenance, Some do not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Planning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Analysis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</a:t>
            </a:r>
            <a:r>
              <a:rPr lang="en"/>
              <a:t>initiation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Technical feasibility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Economic feasibility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selection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Method: Waterfall, Agile, Prototype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Staff Management and Control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Gantt Chart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Requirements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E-R Diagram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</a:t>
            </a:r>
            <a:r>
              <a:rPr lang="en"/>
              <a:t>acquisition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Architecture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Interface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 and Storage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Programming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 - System Analyst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Taking care of everything before </a:t>
            </a:r>
            <a:r>
              <a:rPr lang="en"/>
              <a:t>implementation</a:t>
            </a:r>
            <a:r>
              <a:rPr lang="en"/>
              <a:t> phase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 relation skills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skills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coordination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Sometimes, work as project manager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 - Business Analyst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 in software development may have different meaning compare to real-estate or marketing fields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software development, BA is SA + Professional in that fields (Supply Chain Retail) and, most of the time, developer.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to confuse with BA-Business Analytics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 about AI services Jun (2026)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(Garbage in - Garbage out)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Overhyped by marketing campaign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 Slop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 Wrapper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Energy cost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Cognitive Debt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528300"/>
            <a:ext cx="8520600" cy="40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If you cannot find your answer on the Internet, AI gave the wrong one. </a:t>
            </a:r>
            <a:endParaRPr sz="3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600"/>
              <a:t>Congratulation, your life just start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