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6edea05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6edea05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6edea05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6edea05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6edea054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6edea054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6edea054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6edea054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6edea054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6edea054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6edea054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6edea054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6edea054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6edea054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6edea054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6edea054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6edea054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6edea054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6edea054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6edea054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6edea054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6edea054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6edea054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6edea054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6edea054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6edea054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1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 and IS development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SDLC </a:t>
            </a:r>
            <a:r>
              <a:rPr lang="en"/>
              <a:t>is to make</a:t>
            </a:r>
            <a:r>
              <a:rPr b="1" lang="en"/>
              <a:t> </a:t>
            </a:r>
            <a:r>
              <a:rPr b="1" lang="en"/>
              <a:t>IS</a:t>
            </a:r>
            <a:r>
              <a:rPr lang="en"/>
              <a:t> support </a:t>
            </a:r>
            <a:r>
              <a:rPr b="1" lang="en"/>
              <a:t>business</a:t>
            </a:r>
            <a:r>
              <a:rPr lang="en"/>
              <a:t>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“System Analyst” is to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See how to run a certain business with existing system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For some reason, you may need to think that how business is running </a:t>
            </a:r>
            <a:r>
              <a:rPr b="1" lang="en"/>
              <a:t>without </a:t>
            </a:r>
            <a:r>
              <a:rPr lang="en"/>
              <a:t>a computer.</a:t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Challenges and improvement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(SAD) Page 6. To 8.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analyst skills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Apply technology to </a:t>
            </a:r>
            <a:r>
              <a:rPr b="1" lang="en"/>
              <a:t>solve </a:t>
            </a:r>
            <a:r>
              <a:rPr lang="en"/>
              <a:t>business problems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Effective and efficient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“Change agents”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Motivate organization members to use new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Understand → What → When → How to make changes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Six skills of System Analyst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Technical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Analytical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Interpersonal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Management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Ethical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System Analyst roles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 and suggestion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new business processes and policies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Requirements analyst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Stakeholders and end-users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Infrastructure analyst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Change management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manager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SDLC - Systems Development Life Cycle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Planning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Analysis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(SAD) Page 12.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Figure 1-3 Systems Development Life Cycle Phases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Project initiation</a:t>
            </a:r>
            <a:endParaRPr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Technical feasibility</a:t>
            </a:r>
            <a:endParaRPr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Economic feasibility</a:t>
            </a:r>
            <a:endParaRPr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Organizational</a:t>
            </a:r>
            <a:r>
              <a:rPr lang="en"/>
              <a:t> feasibility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8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Project management</a:t>
            </a:r>
            <a:endParaRPr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Plan and control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(SAD) Page 13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steps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Analysis strategy: As-is and To-be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Requirement gathering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Document:</a:t>
            </a:r>
            <a:r>
              <a:rPr lang="en">
                <a:solidFill>
                  <a:srgbClr val="990000"/>
                </a:solidFill>
              </a:rPr>
              <a:t> </a:t>
            </a:r>
            <a:r>
              <a:rPr lang="en">
                <a:solidFill>
                  <a:srgbClr val="990000"/>
                </a:solidFill>
              </a:rPr>
              <a:t>System proposal </a:t>
            </a:r>
            <a:r>
              <a:rPr lang="en"/>
              <a:t>(Important!!)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(SAD) Page 14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strategy (In-house or outsource)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Architectural design (Hardware + Software + Network infrastructure)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Interface</a:t>
            </a:r>
            <a:r>
              <a:rPr lang="en"/>
              <a:t> Design (UX/UI)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Storage design (Cloud, on-premise)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Program design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Document: System specification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(SAD) Page 14-15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constructions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Installation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Training plan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 plan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Document: Release note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(SAD) Page 15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identification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 needs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Pain points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need to balance business processing and technology emerging. </a:t>
            </a:r>
            <a:br>
              <a:rPr lang="en"/>
            </a:br>
            <a:r>
              <a:rPr lang="en"/>
              <a:t>(First mover vs. Mature technology)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 Process Management (BPM)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 Process Reengineering (BPR)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(SAD) Page 16-17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request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sponsor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 need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 requirements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 value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Special issues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document for decision maker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(SAD) Page 18-19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Feasibility analysis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Risks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Economic risks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Process risks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Document: Feasibility study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Technology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Economic (Cashflow, </a:t>
            </a:r>
            <a:r>
              <a:rPr lang="en" u="sng"/>
              <a:t>ROI</a:t>
            </a:r>
            <a:r>
              <a:rPr lang="en"/>
              <a:t>, </a:t>
            </a:r>
            <a:r>
              <a:rPr lang="en" u="sng"/>
              <a:t>Break-event point</a:t>
            </a:r>
            <a:r>
              <a:rPr lang="en"/>
              <a:t>,  NPV)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Organizational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Figure 1.7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(SAD) Page 25 to 35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In-class activity #1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Question 1 (Group of 2)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registration system (Slide 12-13)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(Start - Advising + Pre-registration)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(End - Your names appear in the student roster of next semester)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 is recommended that you do it on physical paper(s) or MS-Word (PDF)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