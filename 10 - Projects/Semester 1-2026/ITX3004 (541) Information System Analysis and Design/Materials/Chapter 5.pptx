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9ef5e6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b9ef5e6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b9ef5e62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b9ef5e6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9ef5e6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b9ef5e6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b9ef5e62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b9ef5e62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b9ef5e62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b9ef5e62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9ef5e62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b9ef5e62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b9ef5e62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b9ef5e62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ba06b50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ba06b50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b9ef5e62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b9ef5e62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5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modeling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Diagram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diagram is to define the data (Input) and data (Output) through these components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External entity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Process (Use case)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store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flow (Arrow)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Figure 5-2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Page. 188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DFD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Diagram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Level - 0 DFD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Level - 1 DFD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Level - 2 DFD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Diagram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0 → Entire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Flow + External entity only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196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- 0 DFD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1, 2, 3 …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explain data flow between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External entity and process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 and data store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 and process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197 - 198, 200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- 1 DFD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Similar to level 0 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Process 1.1, 1.2, 1.3, 1.4 …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Within one process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Sub-process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202 - 203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- 2 DFD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 processes of sub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Process 1.1.1, 1.1.2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204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Validating DFD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Figure 5-13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Page 207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/>
              <a:t>errors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Figure 5-14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209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 and Cons - DFD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to detect errors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Flow of data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Required Data Dictionary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Hand-on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Context, Level 0 </a:t>
            </a:r>
            <a:r>
              <a:rPr lang="en" strike="sngStrike"/>
              <a:t>and Level 1 </a:t>
            </a:r>
            <a:r>
              <a:rPr lang="en"/>
              <a:t>of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Advising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EE: Advisee,Advisor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Process 1. Appoint , 2. Interview, 3. </a:t>
            </a:r>
            <a:r>
              <a:rPr lang="en"/>
              <a:t>Select</a:t>
            </a:r>
            <a:r>
              <a:rPr lang="en"/>
              <a:t> course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