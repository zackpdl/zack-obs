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9fdf97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b9fdf97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b9fdf97b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b9fdf97b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9fdf97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b9fdf97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b9fdf97b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b9fdf97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9fdf97b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b9fdf97b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9fdf97b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b9fdf97b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b9fdf97b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b9fdf97b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b9fdf97b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b9fdf97b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GV9VBwH_h1U" TargetMode="External"/><Relationship Id="rId4" Type="http://schemas.openxmlformats.org/officeDocument/2006/relationships/hyperlink" Target="https://www.youtube.com/watch?v=-bt_y4Loof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6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Entity Relationship Diagram (ERD)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90s, DBMS based on relational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2-dimension (tablet)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Entity → File → Table → Relation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Entity-association → Relationship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ERD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 6-1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(SAD) Page 225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Elements of ERD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Entity, Attribute, Relationship, Cardinality, Modality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226 - 230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Dictionary and Metadata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recommended to use tools to generate Metadata, Schema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6-9 Page 232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Page 230 - 235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Validate an ERD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Design - </a:t>
            </a:r>
            <a:r>
              <a:rPr lang="en"/>
              <a:t>Guideline - Page 240 - 243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 normal form → (Repetition and spaces in tablet data)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1NF → No </a:t>
            </a:r>
            <a:r>
              <a:rPr lang="en"/>
              <a:t>repeating</a:t>
            </a:r>
            <a:r>
              <a:rPr lang="en"/>
              <a:t> group, no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2NF → No M:N relationship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3NF → One table, one entity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noSQL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only SQL → Another approach for DBMS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Database concepts before SQL (Library system)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File (Entity)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Indexing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Document reference (LinkedList)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Mongo DB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explanation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https://www.youtube.com/watch?v=GV9VBwH_h1U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Short </a:t>
            </a:r>
            <a:r>
              <a:rPr lang="en"/>
              <a:t>explanation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https://www.youtube.com/watch?v=-bt_y4Loofg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Hand-ons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3NF ERD of Advising systems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D1 - Time-slot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D2 - ATTN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D3 - Course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D4 - Teacher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D5 - Student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and Cons of ERD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Implemented in Relational Database Model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SQL based DBMS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 in Flexibility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 in Expansion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