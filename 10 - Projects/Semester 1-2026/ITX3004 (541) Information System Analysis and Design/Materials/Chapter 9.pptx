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48f5601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48f5601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48f56012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48f56012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48f56012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48f56012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48f56012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48f56012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48f56012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48f56012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9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Interface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for User Interface Design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 9-1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Layout, Awareness, Aesthetics, User experience, Consistency, Minimize user effort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 315 - 322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Interface Design Process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Spiral model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Scenario (Use case)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Interface Structure Design (Site-map) Metaphor, Templates, Objects, Actions, Icons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Prototyping (page. 329)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Storyboard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Figure 9.8 - 9.9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Interface Evaluation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Navigation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 Design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Principles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Navigation controls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Messages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Figure 9-11 (Type of Menus)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 334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Design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Principles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Inputs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 Validation (Figure 9-15)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 340 - 346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Design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Principles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 of Outputs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Figure 9-17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