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9395b3d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9395b3d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9395b3d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9395b3d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9395b3db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9395b3db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PERT Diagram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crash course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ISAD 1/2026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task with a. b. c. --&gt; so 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nodes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Milestones (Box)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Tasks (Arrow)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Dependencies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nodes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Calculate weight average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2069900" y="3457625"/>
            <a:ext cx="1086600" cy="54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1/1 Sem</a:t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214250" y="3687925"/>
            <a:ext cx="1003500" cy="54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1/2 Sem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097600" y="3687925"/>
            <a:ext cx="860100" cy="54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2/1 Sem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7745150" y="2655925"/>
            <a:ext cx="1258800" cy="50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Gr. 2/2 Sem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195350" y="2621575"/>
            <a:ext cx="927600" cy="54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1260650" y="670725"/>
            <a:ext cx="1131000" cy="41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Gr. Eng 1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3202700" y="670725"/>
            <a:ext cx="1126200" cy="42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Gr. Eng 2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394550" y="670725"/>
            <a:ext cx="1131000" cy="42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Gr. Eng 3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4095850" y="1737275"/>
            <a:ext cx="811200" cy="42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 1</a:t>
            </a:r>
            <a:endParaRPr/>
          </a:p>
        </p:txBody>
      </p:sp>
      <p:cxnSp>
        <p:nvCxnSpPr>
          <p:cNvPr id="75" name="Google Shape;75;p15"/>
          <p:cNvCxnSpPr>
            <a:stCxn id="70" idx="0"/>
            <a:endCxn id="71" idx="1"/>
          </p:cNvCxnSpPr>
          <p:nvPr/>
        </p:nvCxnSpPr>
        <p:spPr>
          <a:xfrm flipH="1" rot="10800000">
            <a:off x="659150" y="878575"/>
            <a:ext cx="601500" cy="174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71" idx="3"/>
            <a:endCxn id="72" idx="1"/>
          </p:cNvCxnSpPr>
          <p:nvPr/>
        </p:nvCxnSpPr>
        <p:spPr>
          <a:xfrm>
            <a:off x="2391650" y="878475"/>
            <a:ext cx="811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2" idx="3"/>
            <a:endCxn id="73" idx="1"/>
          </p:cNvCxnSpPr>
          <p:nvPr/>
        </p:nvCxnSpPr>
        <p:spPr>
          <a:xfrm>
            <a:off x="4328900" y="883575"/>
            <a:ext cx="10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5"/>
          <p:cNvCxnSpPr>
            <a:stCxn id="70" idx="3"/>
            <a:endCxn id="74" idx="1"/>
          </p:cNvCxnSpPr>
          <p:nvPr/>
        </p:nvCxnSpPr>
        <p:spPr>
          <a:xfrm flipH="1" rot="10800000">
            <a:off x="1122950" y="1950175"/>
            <a:ext cx="2973000" cy="9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5"/>
          <p:cNvCxnSpPr>
            <a:stCxn id="74" idx="3"/>
            <a:endCxn id="69" idx="1"/>
          </p:cNvCxnSpPr>
          <p:nvPr/>
        </p:nvCxnSpPr>
        <p:spPr>
          <a:xfrm>
            <a:off x="4907050" y="1950125"/>
            <a:ext cx="2838000" cy="9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 txBox="1"/>
          <p:nvPr/>
        </p:nvSpPr>
        <p:spPr>
          <a:xfrm>
            <a:off x="97700" y="1366050"/>
            <a:ext cx="172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Take Eng 1(1)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628050" y="1815200"/>
            <a:ext cx="147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Take Stat 2 (1)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935050" y="172775"/>
            <a:ext cx="172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Take Eng 2(1)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03650" y="212325"/>
            <a:ext cx="172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Take Eng 3 (1)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388650" y="1309550"/>
            <a:ext cx="172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Take Eng 4 (1) 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85" name="Google Shape;85;p15"/>
          <p:cNvCxnSpPr>
            <a:stCxn id="73" idx="3"/>
            <a:endCxn id="69" idx="0"/>
          </p:cNvCxnSpPr>
          <p:nvPr/>
        </p:nvCxnSpPr>
        <p:spPr>
          <a:xfrm>
            <a:off x="6525550" y="883575"/>
            <a:ext cx="1848900" cy="17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 txBox="1"/>
          <p:nvPr/>
        </p:nvSpPr>
        <p:spPr>
          <a:xfrm>
            <a:off x="1473450" y="1815200"/>
            <a:ext cx="147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Take Stat 1 (1) 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87" name="Google Shape;87;p15"/>
          <p:cNvCxnSpPr>
            <a:stCxn id="70" idx="3"/>
            <a:endCxn id="66" idx="1"/>
          </p:cNvCxnSpPr>
          <p:nvPr/>
        </p:nvCxnSpPr>
        <p:spPr>
          <a:xfrm>
            <a:off x="1122950" y="2895775"/>
            <a:ext cx="947100" cy="83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5"/>
          <p:cNvCxnSpPr>
            <a:stCxn id="66" idx="3"/>
            <a:endCxn id="67" idx="1"/>
          </p:cNvCxnSpPr>
          <p:nvPr/>
        </p:nvCxnSpPr>
        <p:spPr>
          <a:xfrm>
            <a:off x="3156500" y="3731825"/>
            <a:ext cx="1057800" cy="23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5"/>
          <p:cNvCxnSpPr>
            <a:stCxn id="67" idx="3"/>
            <a:endCxn id="68" idx="1"/>
          </p:cNvCxnSpPr>
          <p:nvPr/>
        </p:nvCxnSpPr>
        <p:spPr>
          <a:xfrm>
            <a:off x="5217750" y="3962125"/>
            <a:ext cx="87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5"/>
          <p:cNvCxnSpPr>
            <a:stCxn id="68" idx="3"/>
            <a:endCxn id="69" idx="2"/>
          </p:cNvCxnSpPr>
          <p:nvPr/>
        </p:nvCxnSpPr>
        <p:spPr>
          <a:xfrm flipH="1" rot="10800000">
            <a:off x="6957700" y="3160525"/>
            <a:ext cx="1416900" cy="8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5"/>
          <p:cNvSpPr txBox="1"/>
          <p:nvPr/>
        </p:nvSpPr>
        <p:spPr>
          <a:xfrm>
            <a:off x="1396600" y="2908175"/>
            <a:ext cx="113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Other 1 (1)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3243550" y="3272425"/>
            <a:ext cx="113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Other 2 (1)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5299850" y="3169975"/>
            <a:ext cx="113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Other 3 (1)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7625300" y="3524075"/>
            <a:ext cx="113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Other 4 (1)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Calculation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Optimistic</a:t>
            </a:r>
            <a:r>
              <a:rPr lang="en"/>
              <a:t>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likely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pessimistic</a:t>
            </a:r>
            <a:r>
              <a:rPr lang="en"/>
              <a:t> 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(3 + (4 x 4) + 6 )/6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25 / 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= 4.16 semester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