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df769d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df769d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f769d9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df769d9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df769d9e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df769d9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1 and Project Proposal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ISAD 1/2025 (541 - Jul 23, 542 - Jul 25)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1 (5%)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Requirement analysis and Use case diagrams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 Essay question (Case study)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and Drawing (You are allow to use pencil but </a:t>
            </a:r>
            <a:r>
              <a:rPr lang="en"/>
              <a:t>you</a:t>
            </a:r>
            <a:r>
              <a:rPr lang="en"/>
              <a:t> need to use blue pen for “Text”)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Close book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1-hour period (13:45 - 14:45)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proposal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topic must be: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Enterprise (big company)</a:t>
            </a:r>
            <a:r>
              <a:rPr lang="en"/>
              <a:t> or Mass product level (You cannot do Game or Entertainment system)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System’s life is more than 5 years.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Program source code, SQL code, JSON code are excluded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need to have 4 members, If you are the last group of the section (you can have 2 or 3 members)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Todo: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presentation of your software project (max 5 slides)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overview (What is/are the problem(s) you are trying to solve?)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Requirements (Project is successful if ______)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Proposed architecture (What you need to have? No guideline or diagram format, just improvise)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maintain the system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minutes presentation (no requirement about member presentation)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to submit your project and members after presentation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