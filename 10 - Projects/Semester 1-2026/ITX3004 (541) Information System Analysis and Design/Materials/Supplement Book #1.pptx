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e32a928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e32a928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e32a9285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e32a9285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c0916216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c091621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c091621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c091621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e32a9285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e32a9285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e32a9285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e32a9285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c0916216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c0916216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c0916216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c0916216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e32a9285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e32a9285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b58af54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b58af54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b58af546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b58af546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58af546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b58af546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2d9e8f6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2d9e8f6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uides.visual-paradigm.com/a-guide-to-swimlane-activity-diagrams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reately.com/guides/class-diagram-relationships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Supplement Book #1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ISAD 1/2025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1 Introduction to O-O concepts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Chapter 3 Relationships </a:t>
            </a:r>
            <a:r>
              <a:rPr lang="en"/>
              <a:t>between</a:t>
            </a:r>
            <a:r>
              <a:rPr lang="en"/>
              <a:t> 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Chapter 10 Modeling with Finite State Machines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Chapter 11 Interactive Systems and MVC Architecture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Chapter 13 The Unified Modeling Language (UML)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start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Object-Oriented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approach to </a:t>
            </a:r>
            <a:r>
              <a:rPr lang="en"/>
              <a:t>reusable</a:t>
            </a:r>
            <a:r>
              <a:rPr lang="en"/>
              <a:t> software artifacts (Design Pattern is another approach)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</a:t>
            </a:r>
            <a:r>
              <a:rPr b="1" lang="en"/>
              <a:t>class </a:t>
            </a:r>
            <a:r>
              <a:rPr lang="en"/>
              <a:t>to describe real-world </a:t>
            </a:r>
            <a:r>
              <a:rPr b="1" lang="en"/>
              <a:t>object</a:t>
            </a:r>
            <a:r>
              <a:rPr lang="en"/>
              <a:t>. Use computer to create simulation of everything in your context.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Attributes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Behavior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- Oriented concepts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+ 3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Abstraction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Encapsulation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Inheritance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Polymorphism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1 - </a:t>
            </a:r>
            <a:r>
              <a:rPr lang="en"/>
              <a:t>Terminologies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363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Conceptual Design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Modularity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Encapsulation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Abstract Data Type (ADT)</a:t>
            </a:r>
            <a:endParaRPr sz="20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710175" y="1152475"/>
            <a:ext cx="363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Cohesion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Coupling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Testability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Adaptable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3 Relationship between classes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370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Association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Arity of relationship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Composition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Inheritance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Superclass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(Object class in Java)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4964650" y="1152475"/>
            <a:ext cx="370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Polymorphism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Dynamic Binding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Chapter - Page 49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10 Finite State Machine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you know that the program/system will cover all “Use cases”?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some circumstances, things may go unexpectedly.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Therefore, some system need to consider all possibilities with the “state” of elements.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Electronic/Electric devices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GUI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Microwave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10.2 to 10.4.2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Figure 10.1 and 10.2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275 to 283.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Hand-on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In-class FSM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Refrigerator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 that the machine is connected all the time.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States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Door (open and close)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Light (on and off)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Thermostat (Temperature)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</a:t>
            </a:r>
            <a:r>
              <a:rPr lang="en"/>
              <a:t> 13 UML Diagram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diagram (Swimlane) page. 438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Package diagram -  page 448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Deployment diagram (451 - 452)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swimlane diagram?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Guide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https://guides.visual-paradigm.com/a-guide-to-swimlane-activity-diagrams/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Vertical (Top-down) is good for documentation.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Horizontal (Left to right) is good for presentation, discussion.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7 Design and Implementation 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(Use Java terminologies)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Library (JAR files)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Packages (reversed URL)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Omit “get” and “set” 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Public (+) and Private (-)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is recommend the relationships are compatible with class 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https://creately.com/guides/class-diagram-relationships/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11 Interactive Systems and MVC Architectures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Topics: 11.1, 11.2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Skip: 11.3, 11.4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Essentials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Figure 11.2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Figure 11.4 Sequence Diagram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337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