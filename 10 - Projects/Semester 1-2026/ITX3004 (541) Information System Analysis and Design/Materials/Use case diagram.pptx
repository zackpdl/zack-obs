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ad21528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ad21528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ad215284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6ad215284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6ad215284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6ad215284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geeksforgeeks.org/system-design/use-case-diagra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case diagram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ISAD 1/1026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case in action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(Additional Book)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Library Case Study 6.2.1 - 6.3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Fig. 6.1 Use case diagram for the library system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Page. 132 - 145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</a:t>
            </a:r>
            <a:r>
              <a:rPr lang="en"/>
              <a:t>draw</a:t>
            </a:r>
            <a:r>
              <a:rPr lang="en"/>
              <a:t> use case diagram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Terms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 case → </a:t>
            </a:r>
            <a:r>
              <a:rPr lang="en"/>
              <a:t>description</a:t>
            </a:r>
            <a:r>
              <a:rPr lang="en"/>
              <a:t> of system’s behavior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 case diagram → UML diagram that explain the use case(s)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Components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Actors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cases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System boundary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Drawing use case diagram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https://www.geeksforgeeks.org/system-design/use-case-diagram/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Skip: ”include”, “extend” and “generalize” relationships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Hand-on in-class activity (40 minutes):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Group of 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Topic: Reverse engineering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